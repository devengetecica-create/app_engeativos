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Cumprimentar. Mencionar que vou apresentar uma proposta de 5 min, com decisão simples no fim (3 OKs). Sem custo escondido.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em 3 cards: problema, causa, solução. Cada um é uma frase principal. Não entrar em detalhe técnico aqui — só posicionar. Próximos slides aprofundam.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citação em voz alta com calma. Pausar. Listar as 4 consequências objetivas. O ponto: não é só inconveniente — afeta produção, manutenção e folha de pagamento.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causa é resolvível, e isso me leva às 3 propostas dos próximos slides. Importante: nenhuma das causas é "o operador é descuidado". É design ruim.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Camada 1 é a base — não dá pra fazer nada nas outras sem reforçar a mensagem visual primeiro. Já está pronta para ser implementada. Posso publicar essa semana mesmo se aprovado.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Camada 2 é onde o erro fica IMPOSSÍVEL. Mudança 5 (renomear) sozinha resolve 80% da confusão. 1, 2 e 3 (botões, banner, cores) fecham os outros 20%.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equipe com baixa alfabetização, esse cartão pode ser o mais eficaz dos três. O motorista vê toda vez. Imprimir 50 cartões custa ~R$ 250 — uma ordem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realista. Nenhuma das ações requer parada de produção. Camada 2 entra na próxima janela de release programada — não acelera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Pedir decisão item-a-item. Camada 1 pode começar hoje. Camadas 2 e 3 podem ser aprovadas em separado se houver dúvida sobre custo/escopo. Reforçar o KPI no final: queremos sair de &lt; 60 % para 90 % em 4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858000" cy="6858000"/>
          </a:xfrm>
          <a:prstGeom prst="ellipse">
            <a:avLst/>
          </a:prstGeom>
          <a:solidFill>
            <a:srgbClr val="FF763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1F51F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FF7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7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· GERÊNCIA DE FROTA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Reduzir confusão no Checklist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+ Encerramento — 3 mudanças complementares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371600" cy="36576"/>
          </a:xfrm>
          <a:prstGeom prst="rect">
            <a:avLst/>
          </a:prstGeom>
          <a:solidFill>
            <a:srgbClr val="FF763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Ferreira de Melo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· Engetecnica   ·   </a:t>
            </a:r>
            <a:pPr indent="0" marL="0"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samuel.melo@engetecnica.com.br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0" y="6217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jun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executivo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linhas. 3 decisões. &lt; 8 h de desenvolvimento.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FDECEA"/>
          </a:solidFill>
          <a:ln w="25400">
            <a:solidFill>
              <a:srgbClr val="E120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2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se confundem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não percebe que são 2 momentos diferentes — chegada e saída. Sem o encerramento, a hora não é contabilizada e o veículo fica "aberto" no sistema.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94560"/>
            <a:ext cx="822960" cy="822960"/>
          </a:xfrm>
          <a:prstGeom prst="ellipse">
            <a:avLst/>
          </a:prstGeom>
          <a:solidFill>
            <a:srgbClr val="FFF5E6"/>
          </a:solidFill>
          <a:ln w="25400">
            <a:solidFill>
              <a:srgbClr val="FF76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e app não comunicam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1605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atual diz "abertura OU encerramento" — interpretado como "escolha um". App tem só 1 botão genérico, sem lembrete visual do que falta encerrar.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0" y="2194560"/>
            <a:ext cx="822960" cy="822960"/>
          </a:xfrm>
          <a:prstGeom prst="ellipse">
            <a:avLst/>
          </a:prstGeom>
          <a:solidFill>
            <a:srgbClr val="E6F6EC"/>
          </a:solidFill>
          <a:ln w="25400">
            <a:solidFill>
              <a:srgbClr val="22B0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B0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9536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95360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camadas de defesa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41605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novo (4 h), redesign do app com 2 botões + cores semafóricas (3 dias), e cartão A5 plastificado no painel do veículo (R$ 5/un). Juntos eliminam o erro.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problema, na voz do operador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7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Cheguei, fiz o checklist. Por que tenho que fazer de novo no final?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Operador da frota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encerramento: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794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DECE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91640" y="37033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hora trabalhada não é contabilizada corretamente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794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0" y="37033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preventiva perde dados de uso (horímetro/km de saída)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2578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DECE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91640" y="516636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que surgiram durante o dia ficam sem registro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498348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52578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DECE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0" y="516636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distorcidos: turnos "abertos" indefinidamente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está acontecendo?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causas identificadas — todas resolvíveis com design, sem culpar o operador.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FF7639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Tutorial atual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548640" cy="36576"/>
          </a:xfrm>
          <a:prstGeom prst="rect">
            <a:avLst/>
          </a:prstGeom>
          <a:solidFill>
            <a:srgbClr val="FF763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frase diz: "Todo checklist tem MODO ABERTURA OU ENCERRAMENTO". Para um operador leigo, esse "ou" é lido como "escolha um dos dois" — exatamente o oposto da regra.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874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1F51FE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200" dirty="0"/>
          </a:p>
        </p:txBody>
      </p:sp>
      <p:sp>
        <p:nvSpPr>
          <p:cNvPr id="11" name="Text 9"/>
          <p:cNvSpPr/>
          <p:nvPr/>
        </p:nvSpPr>
        <p:spPr>
          <a:xfrm>
            <a:off x="480060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genérico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800600" y="3840480"/>
            <a:ext cx="548640" cy="36576"/>
          </a:xfrm>
          <a:prstGeom prst="rect">
            <a:avLst/>
          </a:prstGeom>
          <a:solidFill>
            <a:srgbClr val="1F51F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402336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 único botão "Veículos da Frota". Não há nada que lembre o operador de que abriu um turno e ainda não encerrou. A regra depende 100 % da memória.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1874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22B07D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200" dirty="0"/>
          </a:p>
        </p:txBody>
      </p:sp>
      <p:sp>
        <p:nvSpPr>
          <p:cNvPr id="16" name="Text 14"/>
          <p:cNvSpPr/>
          <p:nvPr/>
        </p:nvSpPr>
        <p:spPr>
          <a:xfrm>
            <a:off x="868680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com baixa alfabetização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686800" y="3840480"/>
            <a:ext cx="548640" cy="36576"/>
          </a:xfrm>
          <a:prstGeom prst="rect">
            <a:avLst/>
          </a:prstGeom>
          <a:solidFill>
            <a:srgbClr val="22B07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402336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longo é ignorado. A solução não é "explicar melhor" — é redundância visual: pictograma + cor + repetição em camadas (tutorial + app + cartão impresso).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22B07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Refazer o tutorial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financeiro · sem mexer em produção · pode ser feito esta semana</a:t>
            </a:r>
            <a:endParaRPr lang="en-US" sz="1400" dirty="0"/>
          </a:p>
        </p:txBody>
      </p:sp>
      <p:pic>
        <p:nvPicPr>
          <p:cNvPr id="6" name="Image 0" descr="C:\wamp64\www\app_engeativos_v002\proposta-checklist\01-tutorial-no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11680"/>
            <a:ext cx="457200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2057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no tutorial: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0" y="26060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2606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🌅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0" y="26060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Metáfora forte: sol = chegada, lua = saída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32918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32918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17920" y="32918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visível: 1/2 HOJE → 2/2 ✓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0" y="39776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39776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17920" y="39776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3× a frase "2 CHECKLISTS POR DIA"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0" y="46634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4663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217920" y="46634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passos divididos em 2 ciclos (chegou / vai embora)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0" y="53492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53492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217920" y="53492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final de alerta: "Esqueceu? Sua hora não conta"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0" y="6126480"/>
            <a:ext cx="6126480" cy="502920"/>
          </a:xfrm>
          <a:prstGeom prst="roundRect">
            <a:avLst>
              <a:gd name="adj" fmla="val 14545"/>
            </a:avLst>
          </a:prstGeom>
          <a:solidFill>
            <a:srgbClr val="E6F6EC"/>
          </a:solidFill>
          <a:ln w="19050">
            <a:solidFill>
              <a:srgbClr val="22B07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61264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pPr indent="0" marL="0">
              <a:buNone/>
            </a:pPr>
            <a:r>
              <a:rPr lang="en-US" sz="1300" dirty="0">
                <a:solidFill>
                  <a:srgbClr val="0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 de desenvolvimento  ·  </a:t>
            </a:r>
            <a:pPr indent="0" marL="0">
              <a:buNone/>
            </a:pPr>
            <a:r>
              <a:rPr lang="en-US" sz="1300" b="1" dirty="0">
                <a:solidFill>
                  <a:srgbClr val="0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</a:t>
            </a:r>
            <a:pPr indent="0" marL="0">
              <a:buNone/>
            </a:pPr>
            <a:r>
              <a:rPr lang="en-US" sz="1300" dirty="0">
                <a:solidFill>
                  <a:srgbClr val="0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FF76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do app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 possibilidade de erro — não depende mais da memória do operador.</a:t>
            </a:r>
            <a:endParaRPr lang="en-US" sz="1400" dirty="0"/>
          </a:p>
        </p:txBody>
      </p:sp>
      <p:pic>
        <p:nvPicPr>
          <p:cNvPr id="6" name="Image 0" descr="C:\wamp64\www\app_engeativos_v002\proposta-checklist\02-app-redesig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11680"/>
            <a:ext cx="731520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mudanças no app: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138160" y="2706624"/>
            <a:ext cx="411480" cy="411480"/>
          </a:xfrm>
          <a:prstGeom prst="ellipse">
            <a:avLst/>
          </a:prstGeom>
          <a:solidFill>
            <a:srgbClr val="FF7639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4108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botões grandes na Home (Abrir / Encerrar)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38160" y="3364992"/>
            <a:ext cx="411480" cy="411480"/>
          </a:xfrm>
          <a:prstGeom prst="ellipse">
            <a:avLst/>
          </a:prstGeom>
          <a:solidFill>
            <a:srgbClr val="FF7639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41080" y="33101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persistente: "falta encerrar AC-001"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38160" y="4023360"/>
            <a:ext cx="411480" cy="411480"/>
          </a:xfrm>
          <a:prstGeom prst="ellipse">
            <a:avLst/>
          </a:prstGeom>
          <a:solidFill>
            <a:srgbClr val="FF7639"/>
          </a:solidFill>
          <a:ln/>
        </p:spPr>
      </p:sp>
      <p:sp>
        <p:nvSpPr>
          <p:cNvPr id="15" name="Text 12"/>
          <p:cNvSpPr/>
          <p:nvPr/>
        </p:nvSpPr>
        <p:spPr>
          <a:xfrm>
            <a:off x="81381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41080" y="39684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semafóricas na lista (verde / laranja / vermelho)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38160" y="4681728"/>
            <a:ext cx="411480" cy="411480"/>
          </a:xfrm>
          <a:prstGeom prst="ellipse">
            <a:avLst/>
          </a:prstGeom>
          <a:solidFill>
            <a:srgbClr val="FF7639"/>
          </a:solidFill>
          <a:ln/>
        </p:spPr>
      </p:sp>
      <p:sp>
        <p:nvSpPr>
          <p:cNvPr id="18" name="Text 15"/>
          <p:cNvSpPr/>
          <p:nvPr/>
        </p:nvSpPr>
        <p:spPr>
          <a:xfrm>
            <a:off x="8138160" y="4681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41080" y="462686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local de lembrete às 17 h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138160" y="5340096"/>
            <a:ext cx="411480" cy="411480"/>
          </a:xfrm>
          <a:prstGeom prst="ellipse">
            <a:avLst/>
          </a:prstGeom>
          <a:solidFill>
            <a:srgbClr val="FF7639"/>
          </a:solidFill>
          <a:ln/>
        </p:spPr>
      </p:sp>
      <p:sp>
        <p:nvSpPr>
          <p:cNvPr id="21" name="Text 18"/>
          <p:cNvSpPr/>
          <p:nvPr/>
        </p:nvSpPr>
        <p:spPr>
          <a:xfrm>
            <a:off x="8138160" y="5340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41080" y="52852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Renomear: "Checklist" → "Abrir/Encerrar turno"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138160" y="603504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5E6"/>
          </a:solidFill>
          <a:ln w="19050">
            <a:solidFill>
              <a:srgbClr val="FF763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6035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pPr indent="0" marL="0">
              <a:buNone/>
            </a:pPr>
            <a:r>
              <a:rPr lang="en-US" sz="1200" dirty="0">
                <a:solidFill>
                  <a:srgbClr val="E5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dias de dev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5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</a:t>
            </a:r>
            <a:pPr indent="0" marL="0">
              <a:buNone/>
            </a:pPr>
            <a:r>
              <a:rPr lang="en-US" sz="1200" dirty="0">
                <a:solidFill>
                  <a:srgbClr val="E5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(testar em homologação)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1F51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Cartão impresso no veículo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físico que não desliga — o motorista vê toda vez que entra.</a:t>
            </a:r>
            <a:endParaRPr lang="en-US" sz="1400" dirty="0"/>
          </a:p>
        </p:txBody>
      </p:sp>
      <p:pic>
        <p:nvPicPr>
          <p:cNvPr id="6" name="Image 0" descr="C:\wamp64\www\app_engeativos_v002\proposta-checklist\03-cartao-a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11680"/>
            <a:ext cx="777240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595360" y="260604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1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0" y="26060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A5 horizontal (210×148mm), papel couché 250g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95360" y="338328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3383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1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0" y="3383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Plastificar (acetato 125 mic ou laminação a quente)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95360" y="416052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0" y="41605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1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144000" y="41605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Fixar com fita dupla face no painel do veículo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595360" y="493776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0" y="4937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1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0" y="49377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para toda a frota em uma só ordem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595360" y="603504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EAF1FE"/>
          </a:solidFill>
          <a:ln w="19050">
            <a:solidFill>
              <a:srgbClr val="1F51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32520" y="6035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1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pPr indent="0" marL="0">
              <a:buNone/>
            </a:pPr>
            <a:r>
              <a:rPr lang="en-US" sz="1200" dirty="0">
                <a:solidFill>
                  <a:srgbClr val="1F51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~R$ 5 / veículo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51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</a:t>
            </a:r>
            <a:pPr indent="0" marL="0">
              <a:buNone/>
            </a:pPr>
            <a:r>
              <a:rPr lang="en-US" sz="1200" dirty="0">
                <a:solidFill>
                  <a:srgbClr val="1F51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sugerido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 do OK ao primeiro KPI medido.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  <a:gridCol w="25603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7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Aprovação da proposta + refazer tutorial (Camada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· 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h dev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7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Implementar mudanças no app (Camada 2) + imprimir cartões A5 (Camada 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· Gráfica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dias dev + R$ 5/un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7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Lançar nova versão do app + distribuir cartões nos veículos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· Encarregado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7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queda em "turnos abertos sem encerrar" (1ª leitura do KPI)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521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F2A55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semanas  ·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 h de desenvolvimento  ·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 × frota (uma vez)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FF763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22B07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checkboxes — pode aprovar parcialmente, integralmente, ou pedir ajustes.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22B0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22B0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874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B0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65960" y="18928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Refazer tutorial (Camada 1)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65960" y="2240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 dev · risco zero · faço esta semana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FF76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9260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F76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65960" y="28529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do app (Camada 2)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965960" y="32004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dias dev · testar em homologação primeiro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1F51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86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F51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7947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51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965960" y="38130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A5 impresso (Camada 3)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65960" y="4160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~R$ 5/veículo · uma ordem de impressão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F2A55"/>
          </a:solidFill>
          <a:ln w="25400">
            <a:solidFill>
              <a:srgbClr val="FF76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sugerido para medir: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440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de turnos com encerramento no mesmo dia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(estimado): &lt; 60 %  →  Meta em 4 semanas: ≥ 90 %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49834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7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84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Ferreira de Melo   · 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samuel.melo@engetecnica.com.br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Engetecnica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— Reduzir confusão no Checklist</dc:title>
  <dc:subject>Aprovação Gerência de Frota</dc:subject>
  <dc:creator>Samuel Ferreira de Melo</dc:creator>
  <cp:lastModifiedBy>Samuel Ferreira de Melo</cp:lastModifiedBy>
  <cp:revision>1</cp:revision>
  <dcterms:created xsi:type="dcterms:W3CDTF">2026-06-23T17:12:11Z</dcterms:created>
  <dcterms:modified xsi:type="dcterms:W3CDTF">2026-06-23T17:12:11Z</dcterms:modified>
</cp:coreProperties>
</file>